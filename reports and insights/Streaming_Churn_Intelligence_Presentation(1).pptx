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Streaming Churn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Behavioral Segmentation &amp; Retention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churn analytics project using Python, SQL, Machine Learning and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why subscribers churn and identify retention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demographics, subscription details, engagement metrics, satisfaction and churn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</a:t>
            </a:r>
          </a:p>
          <a:p>
            <a:r>
              <a:t>2. Feature Engineering</a:t>
            </a:r>
          </a:p>
          <a:p>
            <a:r>
              <a:t>3. EDA</a:t>
            </a:r>
          </a:p>
          <a:p>
            <a:r>
              <a:t>4. Statistical Analysis</a:t>
            </a:r>
          </a:p>
          <a:p>
            <a:r>
              <a:t>5. KPIs</a:t>
            </a:r>
          </a:p>
          <a:p>
            <a:r>
              <a:t>6. Segmentation</a:t>
            </a:r>
          </a:p>
          <a:p>
            <a:r>
              <a:t>7. Churn Prediction</a:t>
            </a:r>
          </a:p>
          <a:p>
            <a:r>
              <a:t>8. A/B Testing</a:t>
            </a:r>
          </a:p>
          <a:p>
            <a:r>
              <a:t>9. SQL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churn distribution, regions, plans, engagement, satisfaction and payment methods.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behavioral groups and high-risk customers.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ML framework for churn risk identification.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Netflix-inspired dashboard with KPI cards, churn insights, slicers and interactive filtering.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Tenure, engagement, payment method and subscription plan influence churn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onboarding, personalized recommendations and proactive retention campaigns.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Scikit-Learn, SQL, Power BI, Jupyter Notebook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analytics solution supporting data-driven retention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